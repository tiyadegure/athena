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projects/glm-code/frontend/images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274320"/>
            <a:ext cx="1371600" cy="137160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ATHENA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Web3 Security Audit Agent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基于 GLM-5.1 长程任务能力的 Web3 安全审计闭环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Z.AI 赛道 · Tiya Degurechaff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Web3 安全审计的现状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人工审计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慢（2-4周）、贵（$5万+）、易遗漏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单步推理、无链上验证、无证据链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经济雏形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Agent 可以自主完成审计，但缺乏闭环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核心问题：如何让 AI Agent 完成从漏洞发现到链上认证的完整闭环？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为什么是 GLM-5.1？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0A0A0A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普通 LLM（单步推理）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需要多次人工介入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无法跨步骤传递上下文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无法协调多个工具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0A0A0A"/>
          </a:solidFill>
          <a:ln w="254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GLM-5.1（长程推理）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单次会话完成 8 步审计闭环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200K 上下文，跨步骤记忆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协调 13 个 MCP 工具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驱动 12 个并行 Agent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步审计闭环架构</a:t>
            </a:r>
            <a:endParaRPr lang="en-US" sz="3200" dirty="0"/>
          </a:p>
        </p:txBody>
      </p:sp>
      <p:pic>
        <p:nvPicPr>
          <p:cNvPr id="3" name="Image 0" descr="/root/projects/glm-code/ppt-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Agent 审计 Skill</a:t>
            </a:r>
            <a:endParaRPr lang="en-US" sz="3200" dirty="0"/>
          </a:p>
        </p:txBody>
      </p:sp>
      <p:pic>
        <p:nvPicPr>
          <p:cNvPr id="3" name="Image 0" descr="/root/projects/glm-code/ppt-assets/skill-ag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MCP 工具</a:t>
            </a:r>
            <a:endParaRPr lang="en-US" sz="3200" dirty="0"/>
          </a:p>
        </p:txBody>
      </p:sp>
      <p:pic>
        <p:nvPicPr>
          <p:cNvPr id="3" name="Image 0" descr="/root/projects/glm-code/ppt-assets/mcp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审计报告 + 链上验证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审计报告：DeFi Protocol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安全评分：2/10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漏洞发现（5 个）：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Critical: Reentrancy (Vault.withdraw) 95%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High: Oracle 价格操纵 90%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High: 缺少访问控制 88%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Medium: 整数溢出 80%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Low: 未初始化存储 70%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攻击模拟：$2.3M 预计损失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PoC 验证：Foundry 256 runs ✓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657600"/>
          </a:xfrm>
          <a:prstGeom prst="rect">
            <a:avLst/>
          </a:prstGeom>
          <a:solidFill>
            <a:srgbClr val="0A0A0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链上认证（EAS）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不可篡改 · 可验证 · 可追溯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 Attestation UID: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0xd02800c960f18f...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合约：0x3247d57d...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 测试网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零成本验证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查看验证 →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sepolia.easscan.org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Generative NFT 审计证书</a:t>
            </a:r>
            <a:endParaRPr lang="en-US" sz="2800" dirty="0"/>
          </a:p>
        </p:txBody>
      </p:sp>
      <p:pic>
        <p:nvPicPr>
          <p:cNvPr id="3" name="Image 0" descr="/root/projects/glm-code/frontend/images/nft-s-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097280"/>
            <a:ext cx="365760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S-TIER · Gold NFT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74320" y="1097280"/>
            <a:ext cx="2286000" cy="3566160"/>
          </a:xfrm>
          <a:prstGeom prst="rect">
            <a:avLst/>
          </a:prstGeom>
          <a:solidFill>
            <a:srgbClr val="0A0A0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262,144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Trait 组合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S/A/B/C 四级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OpenRarity 算法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 #1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已铸造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583680" y="1097280"/>
            <a:ext cx="2286000" cy="356616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ERC-1155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ERC-20 ART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 认证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0x3247...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d57d37bd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经济的完整闭环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当前模式（人类触发）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项目方提交合约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Agent 自主审计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结果自动上链（EAS）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NFT 自动铸造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项目方支付费用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0A0A0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未来模式（Agent 自主）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Agent 监控链上新合约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自动审计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结果自动上链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NFT 自动铸造 → 挂单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收入进入 Agent 钱包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Agent 购买其他 Agent 服务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这是 Web3 Agent 经济的雏形。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Athena 的价值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核心价值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GLM-5.1 长程任务能力 → Agent 可以自主完成复杂任务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Web3 审计闭环 → Agent 经济的完整展示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链上认证 → Agent 产出可验证、可交易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8229600" cy="1645920"/>
          </a:xfrm>
          <a:prstGeom prst="rect">
            <a:avLst/>
          </a:prstGeom>
          <a:solidFill>
            <a:srgbClr val="0A0A0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9184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ZK 隐私审计（v2）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多链部署（Ethereum、Base、Arbitrum）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Agent 审计市场（Agent ↔ Agent 交易）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真实协议审计（Curve、Aave）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感谢 Z.AI 赛道支持！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Athena — Web3 Security Audit Agent</dc:title>
  <dc:subject>PptxGenJS Presentation</dc:subject>
  <dc:creator>Tiya Degurechaff</dc:creator>
  <cp:lastModifiedBy>Tiya Degurechaff</cp:lastModifiedBy>
  <cp:revision>1</cp:revision>
  <dcterms:created xsi:type="dcterms:W3CDTF">2026-06-11T04:52:43Z</dcterms:created>
  <dcterms:modified xsi:type="dcterms:W3CDTF">2026-06-11T04:52:43Z</dcterms:modified>
</cp:coreProperties>
</file>