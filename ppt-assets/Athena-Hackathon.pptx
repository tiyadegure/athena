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projects/glm-code/frontend/images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步审计闭环架构</a:t>
            </a:r>
            <a:endParaRPr lang="en-US" sz="3200" dirty="0"/>
          </a:p>
        </p:txBody>
      </p:sp>
      <p:pic>
        <p:nvPicPr>
          <p:cNvPr id="3" name="Image 0" descr="/root/projects/glm-code/ppt-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Agent 审计 Skill</a:t>
            </a:r>
            <a:endParaRPr lang="en-US" sz="3200" dirty="0"/>
          </a:p>
        </p:txBody>
      </p:sp>
      <p:pic>
        <p:nvPicPr>
          <p:cNvPr id="3" name="Image 0" descr="/root/projects/glm-code/ppt-assets/skill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MCP 工具</a:t>
            </a:r>
            <a:endParaRPr lang="en-US" sz="3200" dirty="0"/>
          </a:p>
        </p:txBody>
      </p:sp>
      <p:pic>
        <p:nvPicPr>
          <p:cNvPr id="3" name="Image 0" descr="/root/projects/glm-code/ppt-assets/mcp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审计报告：DeFi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安全评分：2/10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漏洞发现（5 个）：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Critical: Reentrancy (Vault.withdraw) 95%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Oracle 价格操纵 90%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缺少访问控制 88%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Medium: 整数溢出 80%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Low: 未初始化存储 70%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 验证：2/5 通过 (Foundry)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Fuzz 测试：256 runs ✓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静态分析：Slither 4 + Aderyn 3 + Halmos 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6576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链上认证（EAS）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不可篡改 · 可验证 · 可追溯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Attestation UID: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0xd02800c960f18f...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合约：0x3247d57d...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 测试网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零成本验证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查看验证 →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sepolia.easscan.org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NFT 审计证书</a:t>
            </a:r>
            <a:endParaRPr lang="en-US" sz="2800" dirty="0"/>
          </a:p>
        </p:txBody>
      </p:sp>
      <p:pic>
        <p:nvPicPr>
          <p:cNvPr id="3" name="Image 0" descr="/root/projects/glm-code/frontend/images/nft-s-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97280"/>
            <a:ext cx="3657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S-TIER · Gold NFT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262,144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组合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S/A/B/C 四级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OpenRarity 算法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 #1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已铸造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ERC-1155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ERC-20 ART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认证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0x3247...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d57d37bd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主网部署（Ethereum + Base L2）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审计报告自动定价（基于合约复杂度）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Agent 审计市场（Agent ↔ Agent 交易）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更多协议审计（Aave、Uniswap、Compound）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2026-06-11T04:56:41Z</dcterms:created>
  <dcterms:modified xsi:type="dcterms:W3CDTF">2026-06-11T04:56:41Z</dcterms:modified>
</cp:coreProperties>
</file>