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8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攻击模拟：$2.3M 预计损失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验证：Foundry 256 runs 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1A1F3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12,064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1A1F3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1A1F3A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1A1F3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2026-06-11T04:45:05Z</dcterms:created>
  <dcterms:modified xsi:type="dcterms:W3CDTF">2026-06-11T04:45:05Z</dcterms:modified>
</cp:coreProperties>
</file>