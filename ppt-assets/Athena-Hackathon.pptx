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 验证：2/5 通过 (Foundry)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Fuzz 测试：256 runs ✓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静态分析：Slither 4 + Aderyn 3 + Halmos 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262,144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ZK 隐私审计（v2）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多链部署（Ethereum、Base、Arbitrum）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真实协议审计（Curve、Aave）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2026-06-11T04:56:41Z</dcterms:created>
  <dcterms:modified xsi:type="dcterms:W3CDTF">2026-06-11T04:56:41Z</dcterms:modified>
</cp:coreProperties>
</file>