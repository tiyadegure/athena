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spc="8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ATHENA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Web3 Security Audit Agent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基于 GLM-5.1 长程任务能力的 Web3 安全审计闭环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Z.AI 赛道 · Tiya Degurechaff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Web3 安全审计的现状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人工审计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慢（2-4周）、贵（$5万+）、易遗漏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审计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单步推理、无链上验证、无证据链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经济雏形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可以自主完成审计，但缺乏闭环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3931920"/>
            <a:ext cx="8229600" cy="731520"/>
          </a:xfrm>
          <a:prstGeom prst="rect">
            <a:avLst/>
          </a:prstGeom>
          <a:solidFill>
            <a:srgbClr val="1A1F3A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023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核心问题：如何让 AI Agent 完成从漏洞发现到链上认证的完整闭环？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为什么是 GLM-5.1？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3200400"/>
          </a:xfrm>
          <a:prstGeom prst="rect">
            <a:avLst/>
          </a:prstGeom>
          <a:solidFill>
            <a:srgbClr val="1A1F3A"/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普通 LLM（单步推理）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需要多次人工介入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无法跨步骤传递上下文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无法协调多个工具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200400"/>
          </a:xfrm>
          <a:prstGeom prst="rect">
            <a:avLst/>
          </a:prstGeom>
          <a:solidFill>
            <a:srgbClr val="1A1F3A"/>
          </a:solidFill>
          <a:ln w="25400">
            <a:solidFill>
              <a:srgbClr val="4A9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0" y="12801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GLM-5.1（长程推理）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0" y="182880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单次会话完成 8 步审计闭环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200K 上下文，跨步骤记忆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协调 13 个 MCP 工具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驱动 12 个并行 Agent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步审计闭环架构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3474720"/>
          </a:xfrm>
          <a:prstGeom prst="rect">
            <a:avLst/>
          </a:prstGeom>
          <a:solidFill>
            <a:srgbClr val="1A1F3A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371600"/>
            <a:ext cx="7315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GLM-5.1 推理引擎（中央协调）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Agent 审计 Skill（并行执行）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MCP 工具（链上+链下）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Sepolia 测试网（零成本验证）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Agent 审计 Skill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560320" cy="3200400"/>
          </a:xfrm>
          <a:prstGeom prst="rect">
            <a:avLst/>
          </a:prstGeom>
          <a:solidFill>
            <a:srgbClr val="1A1F3A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2801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基础分析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21945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Scope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Architecture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Access Control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Math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91840" y="1188720"/>
            <a:ext cx="2560320" cy="3200400"/>
          </a:xfrm>
          <a:prstGeom prst="rect">
            <a:avLst/>
          </a:prstGeom>
          <a:solidFill>
            <a:srgbClr val="1A1F3A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3280" y="12801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漏洞猎手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474720" y="1828800"/>
            <a:ext cx="21945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Reentrancy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Oracle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Flash Loan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Logic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188720"/>
            <a:ext cx="2560320" cy="3200400"/>
          </a:xfrm>
          <a:prstGeom prst="rect">
            <a:avLst/>
          </a:prstGeom>
          <a:solidFill>
            <a:srgbClr val="1A1F3A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12801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辅助/输出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09360" y="1828800"/>
            <a:ext cx="21945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Gas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Frontend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PoC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Report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轮检查流程，GLM-5.1 协调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MCP 工具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965960" cy="3200400"/>
          </a:xfrm>
          <a:prstGeom prst="rect">
            <a:avLst/>
          </a:prstGeom>
          <a:solidFill>
            <a:srgbClr val="1A1F3A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28016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静态分析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17830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Slither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Aderyn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Halmos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606040" y="1188720"/>
            <a:ext cx="1965960" cy="3200400"/>
          </a:xfrm>
          <a:prstGeom prst="rect">
            <a:avLst/>
          </a:prstGeom>
          <a:solidFill>
            <a:srgbClr val="1A1F3A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97480" y="128016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攻击模拟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697480" y="1828800"/>
            <a:ext cx="17830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PoC Generator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Exploit Simulator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Fuzz Runner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1965960" cy="3200400"/>
          </a:xfrm>
          <a:prstGeom prst="rect">
            <a:avLst/>
          </a:prstGeom>
          <a:solidFill>
            <a:srgbClr val="1A1F3A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28016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链上操作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1828800"/>
            <a:ext cx="17830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EAS Attest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Evidence Chain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03720" y="1188720"/>
            <a:ext cx="1965960" cy="3200400"/>
          </a:xfrm>
          <a:prstGeom prst="rect">
            <a:avLst/>
          </a:prstGeom>
          <a:solidFill>
            <a:srgbClr val="1A1F3A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95160" y="128016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高级功能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95160" y="1828800"/>
            <a:ext cx="17830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Protocol Scanner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Repair Validator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Incremental Auditor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GEV Analyzer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Knowledge Base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的产出：审计报告 + 链上验证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3200400"/>
          </a:xfrm>
          <a:prstGeom prst="rect">
            <a:avLst/>
          </a:prstGeom>
          <a:solidFill>
            <a:srgbClr val="1A1F3A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审计报告示例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 Protocol Audit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个漏洞发现：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 Critical (Reentrancy)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 High (Oracle + Flash Loan)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 Medium (Access Control)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 Low (Gas Optimization)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攻击模拟：$2.3M 预计损失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 验证：Foundry 256 runs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200400"/>
          </a:xfrm>
          <a:prstGeom prst="rect">
            <a:avLst/>
          </a:prstGeom>
          <a:solidFill>
            <a:srgbClr val="1A1F3A"/>
          </a:solidFill>
          <a:ln w="25400">
            <a:solidFill>
              <a:srgbClr val="D4A5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0" y="12801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4A5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链上认证（EAS）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0" y="182880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不可篡改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可验证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可追溯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Sepolia 测试网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零成本验证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的经济产出：Generative NFT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3474720"/>
          </a:xfrm>
          <a:prstGeom prst="rect">
            <a:avLst/>
          </a:prstGeom>
          <a:solidFill>
            <a:srgbClr val="1A1F3A"/>
          </a:solidFill>
          <a:ln w="25400">
            <a:solidFill>
              <a:srgbClr val="D4A53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371600"/>
            <a:ext cx="73152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uPEG 启发 Seed-based Generative 雅典娜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uint256 18-bit seed → 9 traits x 2 bits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4^9 = 262,144 种组合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S/A/B/C 四级稀有度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动态稀有度：OpenRarity 算法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SVG 缓存机制：减少 gas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ART 声誉代币（ERC-20）：1000 ART = 1 NFT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Sepolia: 0x4F541D6f6249deAE5cDa2B00625d6933E4943b3c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EAS + ERC-1155 + ERC-20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经济的完整闭环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3200400"/>
          </a:xfrm>
          <a:prstGeom prst="rect">
            <a:avLst/>
          </a:prstGeom>
          <a:solidFill>
            <a:srgbClr val="1A1F3A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当前模式（人类触发）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项目方提交合约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Agent 自主审计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结果自动上链（EAS）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NFT 自动铸造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项目方支付费用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200400"/>
          </a:xfrm>
          <a:prstGeom prst="rect">
            <a:avLst/>
          </a:prstGeom>
          <a:solidFill>
            <a:srgbClr val="1A1F3A"/>
          </a:solidFill>
          <a:ln w="25400">
            <a:solidFill>
              <a:srgbClr val="D4A5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0" y="12801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5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未来模式（Agent 自主）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182880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Agent 监控链上新合约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自动审计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结果自动上链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NFT 自动铸造 → 挂单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收入进入 Agent 钱包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Agent 购买其他 Agent 服务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5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这是 Web3 Agent 经济的雏形。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Athena 的价值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1828800"/>
          </a:xfrm>
          <a:prstGeom prst="rect">
            <a:avLst/>
          </a:prstGeom>
          <a:solidFill>
            <a:srgbClr val="1A1F3A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78638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核心价值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GLM-5.1 长程任务能力 → Agent 可以自主完成复杂任务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Web3 审计闭环 → Agent 经济的完整展示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链上认证 → Agent 产出可验证、可交易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3200400"/>
            <a:ext cx="8229600" cy="1645920"/>
          </a:xfrm>
          <a:prstGeom prst="rect">
            <a:avLst/>
          </a:prstGeom>
          <a:solidFill>
            <a:srgbClr val="1A1F3A"/>
          </a:solidFill>
          <a:ln w="12700">
            <a:solidFill>
              <a:srgbClr val="D4A5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29184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ZK 隐私审计（v2）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多链部署（Ethereum、Base、Arbitrum）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Agent 审计市场（Agent ↔ Agent 交易）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真实协议审计（Curve、Aave）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4A5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 Z.AI 赛道支持！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Athena — Web3 Security Audit Agent</dc:title>
  <dc:subject>PptxGenJS Presentation</dc:subject>
  <dc:creator>Tiya Degurechaff</dc:creator>
  <cp:lastModifiedBy>Tiya Degurechaff</cp:lastModifiedBy>
  <cp:revision>1</cp:revision>
  <dcterms:created xsi:type="dcterms:W3CDTF">2026-06-10T15:33:24Z</dcterms:created>
  <dcterms:modified xsi:type="dcterms:W3CDTF">2026-06-10T15:33:24Z</dcterms:modified>
</cp:coreProperties>
</file>